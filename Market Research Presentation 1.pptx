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58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37D2B5-2523-3597-BE79-B267D36DF1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CCCCC4-ECC7-C25B-4B8C-2E7B5AC28D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781F47-4078-A3BC-A9E4-801C1B5B1C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2AC28-C3C3-4819-BBB8-35C0E7F8752D}" type="datetimeFigureOut">
              <a:rPr lang="en-IE" smtClean="0"/>
              <a:t>18/03/2026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82AB9E-5EC8-12F1-9C69-00EA80C6D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D95016-91E2-BC1F-86D0-D6BE9051F7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51A7EC-1A5D-4053-8448-0DD1A7B81FB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9105960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F88A6-D9F7-B2CD-C1F1-EE004E4B4B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6B314E-9143-D536-E453-773A9575F7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083659-9435-3902-127E-FB10B904C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2AC28-C3C3-4819-BBB8-35C0E7F8752D}" type="datetimeFigureOut">
              <a:rPr lang="en-IE" smtClean="0"/>
              <a:t>18/03/2026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1B49E2-A207-A80C-7EDF-B31068042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3A1C7F-06EF-F9A1-4C99-36843EC11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51A7EC-1A5D-4053-8448-0DD1A7B81FB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4236878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718CF8-3943-10E3-9250-BEBC380D19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A837D1-C645-CF56-B1BC-8A35ECDFA3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088D7C-9865-1A98-AD42-56E787C5AB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2AC28-C3C3-4819-BBB8-35C0E7F8752D}" type="datetimeFigureOut">
              <a:rPr lang="en-IE" smtClean="0"/>
              <a:t>18/03/2026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787C84-133E-B2A5-94AA-F055ABC02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462D36-3CB3-E9DB-7EC9-263B31C83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51A7EC-1A5D-4053-8448-0DD1A7B81FB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7942093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77D2DC-2B6B-0972-329E-199C6F013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1D900F-1804-55AD-4B21-BE85CBF106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B36812-3777-7B7D-6E41-A1BE6683F0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DE2746-AA78-0730-3D44-68C7789242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2AC28-C3C3-4819-BBB8-35C0E7F8752D}" type="datetimeFigureOut">
              <a:rPr lang="en-IE" smtClean="0"/>
              <a:t>18/03/2026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954751-7C51-DA02-FF6B-E8104295EA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ABBBB1-ECA4-A082-80DA-3C9D120CC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51A7EC-1A5D-4053-8448-0DD1A7B81FB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7080170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2BFEDB-4A8F-40D2-B84E-8F7479D150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B80EB0-AC18-7667-C756-87E039D474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AE2838-0D3D-716B-68BA-B55A1566E9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542D189-A203-5EAB-E989-4B0FF1799F6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57E140A-A5FF-3307-4C0B-3983CA548E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10D4FA6-E1B5-2406-96F7-ADB2FE1C3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2AC28-C3C3-4819-BBB8-35C0E7F8752D}" type="datetimeFigureOut">
              <a:rPr lang="en-IE" smtClean="0"/>
              <a:t>18/03/2026</a:t>
            </a:fld>
            <a:endParaRPr lang="en-I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CF5673-CEF8-F69B-CA5A-A454ED1CBA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F1722E5-0CED-BE17-F6CB-2EDED53F8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51A7EC-1A5D-4053-8448-0DD1A7B81FB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2936962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BC71FD-5AD6-22F5-F077-57EBE01769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7412A83-4A66-AE45-D3F1-E32A87D105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2AC28-C3C3-4819-BBB8-35C0E7F8752D}" type="datetimeFigureOut">
              <a:rPr lang="en-IE" smtClean="0"/>
              <a:t>18/03/2026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19E79B-3D41-BB8C-9926-76A825263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1D1D58-4FA2-205E-0D3E-30C689D496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51A7EC-1A5D-4053-8448-0DD1A7B81FB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050103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CB9AD9C-ED5C-9D0C-E935-2D1E198380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2AC28-C3C3-4819-BBB8-35C0E7F8752D}" type="datetimeFigureOut">
              <a:rPr lang="en-IE" smtClean="0"/>
              <a:t>18/03/2026</a:t>
            </a:fld>
            <a:endParaRPr lang="en-I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1E4B72A-EA8D-5A70-E685-6BF8D9461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766E0D-5D40-EC35-4715-733E4E58D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51A7EC-1A5D-4053-8448-0DD1A7B81FB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4292381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80255D-7394-9FC8-0ED8-2D99EE2DE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26C058-3CAE-6EB0-A078-A11113AB04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8D4A0C-B4B9-F299-E565-1DA7EAA595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8E6F20-7251-5F4B-A3BD-8AC3F993E1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2AC28-C3C3-4819-BBB8-35C0E7F8752D}" type="datetimeFigureOut">
              <a:rPr lang="en-IE" smtClean="0"/>
              <a:t>18/03/2026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806855-905E-129D-1483-DDEC8653B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E8197A-BF7F-6154-0EDE-C9427F373D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51A7EC-1A5D-4053-8448-0DD1A7B81FB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9723207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8B3FE-D422-EA32-FC78-49B501D38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F748192-9025-4BAF-248C-98FC9978969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C87DE-BF07-9048-C147-4AB6C4BEE8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DB76D4-04B2-4357-102A-C03873653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2AC28-C3C3-4819-BBB8-35C0E7F8752D}" type="datetimeFigureOut">
              <a:rPr lang="en-IE" smtClean="0"/>
              <a:t>18/03/2026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D8AB8E-844E-BD3B-96BE-7A62B11D0E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84A2F8-3EF2-D0AD-61B6-040D64317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51A7EC-1A5D-4053-8448-0DD1A7B81FB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805193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7C4153-548F-9CE8-88DC-11B5079F0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E17B29-E1B9-E88F-18EA-C723409747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B779E7-1B26-7D97-D054-961AADAD95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2AC28-C3C3-4819-BBB8-35C0E7F8752D}" type="datetimeFigureOut">
              <a:rPr lang="en-IE" smtClean="0"/>
              <a:t>18/03/2026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678579-772F-D195-131F-D0537EB933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23E1BB-FA9F-F4C8-E5A2-F8CCFA7EC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51A7EC-1A5D-4053-8448-0DD1A7B81FB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2577961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CE76A23-0787-684D-72C5-F9BB0A98516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1F67D4-4D45-5299-3D01-D212A4EE9F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13D27F-ECAD-61A2-3EA2-3E42F9F594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32AC28-C3C3-4819-BBB8-35C0E7F8752D}" type="datetimeFigureOut">
              <a:rPr lang="en-IE" smtClean="0"/>
              <a:t>18/03/2026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B025A-0EFB-8755-518F-66526ACB35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D72A2A-F3E8-D2B8-744A-28EFF5E4F3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51A7EC-1A5D-4053-8448-0DD1A7B81FB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5147012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77EE16B-C2D0-A58C-7639-CFCDDE727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ED22AB-488E-6FF6-AC2C-52B05310AE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1882CD-1D3B-8309-482D-E0CDD64356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32AC28-C3C3-4819-BBB8-35C0E7F8752D}" type="datetimeFigureOut">
              <a:rPr lang="en-IE" smtClean="0"/>
              <a:t>18/03/2026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2E54AE-35FD-6A07-7512-1831B3F17F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D83E12-953C-C4D2-0893-3DF5FB45AB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51A7EC-1A5D-4053-8448-0DD1A7B81FB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532332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gov.ie/en/office-of-government-procurement/publications/smes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96CBB-681C-0F25-29A6-A380608C2CE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Work Experience</a:t>
            </a:r>
            <a:br>
              <a:rPr lang="en-IE" dirty="0"/>
            </a:br>
            <a:r>
              <a:rPr lang="en-IE" dirty="0"/>
              <a:t>Market Research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FDA15A-C183-0EE1-944D-2AEB4CAF926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E" dirty="0"/>
              <a:t>Matthew Vickery – D00190293</a:t>
            </a:r>
          </a:p>
          <a:p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39447332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C8812B-4FE3-6DD6-628B-DF1A54425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Types of companies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8DEEE8-751C-1D5C-35EB-1583DE9A4F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/>
              <a:t>Large Multi-National: Large companies that operate in two or more countries.</a:t>
            </a:r>
          </a:p>
          <a:p>
            <a:r>
              <a:rPr lang="en-IE" dirty="0"/>
              <a:t>SME (Small and Medium-sized Enterprises): Companies that have “</a:t>
            </a:r>
            <a:r>
              <a:rPr lang="en-IE" i="1" dirty="0"/>
              <a:t>fewer than 250 persons and which have an annual turnover not exceeding EUR 50 million, and/or an annual balance sheet total not exceeding EUR 43 million</a:t>
            </a:r>
            <a:r>
              <a:rPr lang="en-IE" dirty="0"/>
              <a:t>” (Gov.ie, 2025)</a:t>
            </a:r>
          </a:p>
          <a:p>
            <a:r>
              <a:rPr lang="en-IE" dirty="0"/>
              <a:t>Start-up: Small newly created companies</a:t>
            </a:r>
          </a:p>
        </p:txBody>
      </p:sp>
    </p:spTree>
    <p:extLst>
      <p:ext uri="{BB962C8B-B14F-4D97-AF65-F5344CB8AC3E}">
        <p14:creationId xmlns:p14="http://schemas.microsoft.com/office/powerpoint/2010/main" val="2357091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12DB72-EB31-FA83-6B1D-856D43A7C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Large Multi-National Companies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C83F7C-32EB-FC51-7AFE-A8B925ADB9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/>
              <a:t>IBM: Technology Research, Charlemont Exchange, WeWork Office Space, Temple Bar, Dublin</a:t>
            </a:r>
          </a:p>
          <a:p>
            <a:r>
              <a:rPr lang="en-IE" dirty="0"/>
              <a:t>Amazon: Shipping and entertainment, Burlington Rd, Dublin 4, D04 HH21</a:t>
            </a:r>
          </a:p>
          <a:p>
            <a:r>
              <a:rPr lang="en-IE" dirty="0"/>
              <a:t>Prometric</a:t>
            </a:r>
            <a:r>
              <a:rPr lang="en-IE"/>
              <a:t>: Works on providing the official preparation material for the Road Safety Authority Driver Theory Test, Dundalk</a:t>
            </a: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34445750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53E159-5980-87E4-E4FC-A2577B785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SMEs Companies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1D5AA9-ADF5-DE16-E722-D85F70E6A8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14872570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D0425-9514-441E-CC34-34F36695C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Start-up Companies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DB5DEA-FFBA-8D68-120A-19CE3308B0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8605229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42097C-96D2-936E-569F-116189616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Sources - 1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692976-D049-5941-EDCB-9F7568F70C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/>
              <a:t>Gov.ie, 2025, Small Medium Enterprises (SMEs) [Online], Available from: </a:t>
            </a:r>
            <a:r>
              <a:rPr lang="en-IE" dirty="0">
                <a:hlinkClick r:id="rId2"/>
              </a:rPr>
              <a:t>https://www.gov.ie/en/office-of-government-procurement/publications/smes/</a:t>
            </a:r>
            <a:r>
              <a:rPr lang="en-IE" dirty="0"/>
              <a:t> [Accessed 18</a:t>
            </a:r>
            <a:r>
              <a:rPr lang="en-IE" baseline="30000" dirty="0"/>
              <a:t>th</a:t>
            </a:r>
            <a:r>
              <a:rPr lang="en-IE" dirty="0"/>
              <a:t> March 2026]</a:t>
            </a:r>
          </a:p>
        </p:txBody>
      </p:sp>
    </p:spTree>
    <p:extLst>
      <p:ext uri="{BB962C8B-B14F-4D97-AF65-F5344CB8AC3E}">
        <p14:creationId xmlns:p14="http://schemas.microsoft.com/office/powerpoint/2010/main" val="27056558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</TotalTime>
  <Words>178</Words>
  <Application>Microsoft Office PowerPoint</Application>
  <PresentationFormat>Widescreen</PresentationFormat>
  <Paragraphs>14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Work Experience Market Research</vt:lpstr>
      <vt:lpstr>Types of companies</vt:lpstr>
      <vt:lpstr>Large Multi-National Companies</vt:lpstr>
      <vt:lpstr>SMEs Companies</vt:lpstr>
      <vt:lpstr>Start-up Companies</vt:lpstr>
      <vt:lpstr>Sources - 1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Matthew Vickery</dc:creator>
  <cp:lastModifiedBy>Matthew Vickery</cp:lastModifiedBy>
  <cp:revision>8</cp:revision>
  <dcterms:created xsi:type="dcterms:W3CDTF">2026-03-18T17:33:20Z</dcterms:created>
  <dcterms:modified xsi:type="dcterms:W3CDTF">2026-03-18T20:14:35Z</dcterms:modified>
</cp:coreProperties>
</file>