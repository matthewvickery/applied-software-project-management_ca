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Dodd" userId="3f8da1886193f185" providerId="LiveId" clId="{67C7D629-8EE9-4B75-BFDA-D18D7FACED33}"/>
    <pc:docChg chg="custSel modSld">
      <pc:chgData name="Joseph Dodd" userId="3f8da1886193f185" providerId="LiveId" clId="{67C7D629-8EE9-4B75-BFDA-D18D7FACED33}" dt="2026-03-21T19:32:34.540" v="24" actId="20577"/>
      <pc:docMkLst>
        <pc:docMk/>
      </pc:docMkLst>
      <pc:sldChg chg="modSp mod">
        <pc:chgData name="Joseph Dodd" userId="3f8da1886193f185" providerId="LiveId" clId="{67C7D629-8EE9-4B75-BFDA-D18D7FACED33}" dt="2026-03-21T19:32:34.540" v="24" actId="20577"/>
        <pc:sldMkLst>
          <pc:docMk/>
          <pc:sldMk cId="3944733211" sldId="256"/>
        </pc:sldMkLst>
        <pc:spChg chg="mod">
          <ac:chgData name="Joseph Dodd" userId="3f8da1886193f185" providerId="LiveId" clId="{67C7D629-8EE9-4B75-BFDA-D18D7FACED33}" dt="2026-03-21T19:32:34.540" v="24" actId="20577"/>
          <ac:spMkLst>
            <pc:docMk/>
            <pc:sldMk cId="3944733211" sldId="256"/>
            <ac:spMk id="3" creationId="{17FDA15A-C183-0EE1-944D-2AEB4CAF926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D2B5-2523-3597-BE79-B267D36DF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DCCCCC4-ECC7-C25B-4B8C-2E7B5AC28D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81F47-4078-A3BC-A9E4-801C1B5B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82AB9E-5EC8-12F1-9C69-00EA80C6D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95016-91E2-BC1F-86D0-D6BE9051F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910596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BF88A6-D9F7-B2CD-C1F1-EE004E4B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B314E-9143-D536-E453-773A9575F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83659-9435-3902-127E-FB10B904C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1B49E2-A207-A80C-7EDF-B31068042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A1C7F-06EF-F9A1-4C99-36843EC11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3687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18CF8-3943-10E3-9250-BEBC380D1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A837D1-C645-CF56-B1BC-8A35ECDFA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88D7C-9865-1A98-AD42-56E787C5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87C84-133E-B2A5-94AA-F055ABC02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462D36-3CB3-E9DB-7EC9-263B31C83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94209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7D2DC-2B6B-0972-329E-199C6F013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D900F-1804-55AD-4B21-BE85CBF106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36812-3777-7B7D-6E41-A1BE6683F0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DE2746-AA78-0730-3D44-68C778924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54751-7C51-DA02-FF6B-E8104295E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ABBBB1-ECA4-A082-80DA-3C9D120CC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708017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BFEDB-4A8F-40D2-B84E-8F7479D15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B80EB0-AC18-7667-C756-87E039D47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AE2838-0D3D-716B-68BA-B55A1566E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42D189-A203-5EAB-E989-4B0FF1799F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57E140A-A5FF-3307-4C0B-3983CA548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D4FA6-E1B5-2406-96F7-ADB2FE1C3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CF5673-CEF8-F69B-CA5A-A454ED1CB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1722E5-0CED-BE17-F6CB-2EDED53F8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936962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C71FD-5AD6-22F5-F077-57EBE0176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412A83-4A66-AE45-D3F1-E32A87D10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19E79B-3D41-BB8C-9926-76A825263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D1D58-4FA2-205E-0D3E-30C689D49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50103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B9AD9C-ED5C-9D0C-E935-2D1E1983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E4B72A-EA8D-5A70-E685-6BF8D9461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66E0D-5D40-EC35-4715-733E4E58D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29238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0255D-7394-9FC8-0ED8-2D99EE2DE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6C058-3CAE-6EB0-A078-A11113AB04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8D4A0C-B4B9-F299-E565-1DA7EAA595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8E6F20-7251-5F4B-A3BD-8AC3F993E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06855-905E-129D-1483-DDEC8653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E8197A-BF7F-6154-0EDE-C9427F373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72320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8B3FE-D422-EA32-FC78-49B501D38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748192-9025-4BAF-248C-98FC997896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2C87DE-BF07-9048-C147-4AB6C4BEE8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DB76D4-04B2-4357-102A-C03873653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D8AB8E-844E-BD3B-96BE-7A62B11D0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A2F8-3EF2-D0AD-61B6-040D64317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05193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C4153-548F-9CE8-88DC-11B5079F0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E17B29-E1B9-E88F-18EA-C72340974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779E7-1B26-7D97-D054-961AADAD9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78579-772F-D195-131F-D0537EB93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3E1BB-FA9F-F4C8-E5A2-F8CCFA7EC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257796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E76A23-0787-684D-72C5-F9BB0A98516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F67D4-4D45-5299-3D01-D212A4EE9F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13D27F-ECAD-61A2-3EA2-3E42F9F594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B025A-0EFB-8755-518F-66526ACB3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72A2A-F3E8-D2B8-744A-28EFF5E4F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514701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77EE16B-C2D0-A58C-7639-CFCDDE727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ED22AB-488E-6FF6-AC2C-52B05310AE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882CD-1D3B-8309-482D-E0CDD64356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32AC28-C3C3-4819-BBB8-35C0E7F8752D}" type="datetimeFigureOut">
              <a:rPr lang="en-IE" smtClean="0"/>
              <a:t>21/03/2026</a:t>
            </a:fld>
            <a:endParaRPr lang="en-I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E54AE-35FD-6A07-7512-1831B3F17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D83E12-953C-C4D2-0893-3DF5FB45AB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51A7EC-1A5D-4053-8448-0DD1A7B81FB2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532332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v.ie/en/office-of-government-procurement/publications/smes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96CBB-681C-0F25-29A6-A380608C2C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Work Experience</a:t>
            </a:r>
            <a:br>
              <a:rPr lang="en-IE" dirty="0"/>
            </a:br>
            <a:r>
              <a:rPr lang="en-IE" dirty="0"/>
              <a:t>Market Research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FDA15A-C183-0EE1-944D-2AEB4CAF92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Matthew Vickery – D00190293</a:t>
            </a:r>
            <a:br>
              <a:rPr lang="en-IE" dirty="0"/>
            </a:br>
            <a:r>
              <a:rPr lang="en-IE" dirty="0"/>
              <a:t>Joseph Dodd – D00281162</a:t>
            </a:r>
          </a:p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3944733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8812B-4FE3-6DD6-628B-DF1A54425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Types of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8DEEE8-751C-1D5C-35EB-1583DE9A4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Large Multi-National: Large companies that operate in two or more countries.</a:t>
            </a:r>
          </a:p>
          <a:p>
            <a:r>
              <a:rPr lang="en-IE" dirty="0"/>
              <a:t>SME (Small and Medium-sized Enterprises): Companies that have “</a:t>
            </a:r>
            <a:r>
              <a:rPr lang="en-IE" i="1" dirty="0"/>
              <a:t>fewer than 250 persons and which have an annual turnover not exceeding EUR 50 million, and/or an annual balance sheet total not exceeding EUR 43 million</a:t>
            </a:r>
            <a:r>
              <a:rPr lang="en-IE" dirty="0"/>
              <a:t>” (Gov.ie, 2025)</a:t>
            </a:r>
          </a:p>
          <a:p>
            <a:r>
              <a:rPr lang="en-IE" dirty="0"/>
              <a:t>Start-up: Small newly created companies</a:t>
            </a:r>
          </a:p>
        </p:txBody>
      </p:sp>
    </p:spTree>
    <p:extLst>
      <p:ext uri="{BB962C8B-B14F-4D97-AF65-F5344CB8AC3E}">
        <p14:creationId xmlns:p14="http://schemas.microsoft.com/office/powerpoint/2010/main" val="23570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2DB72-EB31-FA83-6B1D-856D43A7C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Large Multi-National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83F7C-32EB-FC51-7AFE-A8B925ADB9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IBM: Technology Research, Charlemont Exchange, WeWork Office Space, Temple Bar, Dublin</a:t>
            </a:r>
          </a:p>
          <a:p>
            <a:r>
              <a:rPr lang="en-IE" dirty="0"/>
              <a:t>Amazon: Shipping and entertainment, Burlington Rd, Dublin 4, D04 HH21</a:t>
            </a:r>
          </a:p>
          <a:p>
            <a:r>
              <a:rPr lang="en-IE" dirty="0"/>
              <a:t>Prometric: Works on providing the official preparation material for the Road Safety Authority Driver Theory Test, Dundalk</a:t>
            </a:r>
          </a:p>
        </p:txBody>
      </p:sp>
    </p:spTree>
    <p:extLst>
      <p:ext uri="{BB962C8B-B14F-4D97-AF65-F5344CB8AC3E}">
        <p14:creationId xmlns:p14="http://schemas.microsoft.com/office/powerpoint/2010/main" val="3444575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3E159-5980-87E4-E4FC-A2577B785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SMEs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1D5AA9-ADF5-DE16-E722-D85F70E6A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487257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D0425-9514-441E-CC34-34F36695C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Start-up Companies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B5DEA-FFBA-8D68-120A-19CE3308B0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860522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5DC1E-CDEF-A71D-59E4-250BED6CB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/>
              <a:t>Erasmus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01C501F-CF1D-1ADF-3CDE-81F191F8BB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45657" y="4675965"/>
            <a:ext cx="2960567" cy="151171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4FEF3F1-3AA1-E0DF-4C10-1D2430934B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5561012" cy="381158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Fill out “Expression of interest” form.</a:t>
            </a:r>
            <a:br>
              <a:rPr lang="en-GB" sz="2400" dirty="0"/>
            </a:b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Highlight where you want to go.</a:t>
            </a:r>
            <a:br>
              <a:rPr lang="en-GB" sz="2400" dirty="0"/>
            </a:b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If on work placement, find accommodation yourself.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Or if at a University, on campus accommodations.</a:t>
            </a:r>
            <a:br>
              <a:rPr lang="en-GB" sz="2400" dirty="0"/>
            </a:br>
            <a:endParaRPr lang="en-GB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400" dirty="0"/>
              <a:t>Each place has its own entry requirements.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E33657-06A4-7641-9C3C-AB71B389E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5657" y="3662486"/>
            <a:ext cx="2792908" cy="10134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D479AD5-36C5-D87B-8E64-486D64BD0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565" y="3604902"/>
            <a:ext cx="1629547" cy="107106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58E40C-287F-0A49-D596-2610018D0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6225" y="4675966"/>
            <a:ext cx="1461160" cy="151171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B4A11B8-13D4-0D0F-7E0C-52B94584F4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5657" y="670321"/>
            <a:ext cx="5410669" cy="2758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721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42097C-96D2-936E-569F-116189616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Sources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92976-D049-5941-EDCB-9F7568F70C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E" dirty="0"/>
              <a:t>Gov.ie, 2025, Small Medium Enterprises (SMEs) [Online], Available from: </a:t>
            </a:r>
            <a:r>
              <a:rPr lang="en-IE" dirty="0">
                <a:hlinkClick r:id="rId2"/>
              </a:rPr>
              <a:t>https://www.gov.ie/en/office-of-government-procurement/publications/smes/</a:t>
            </a:r>
            <a:r>
              <a:rPr lang="en-IE" dirty="0"/>
              <a:t> [Accessed 18</a:t>
            </a:r>
            <a:r>
              <a:rPr lang="en-IE" baseline="30000" dirty="0"/>
              <a:t>th</a:t>
            </a:r>
            <a:r>
              <a:rPr lang="en-IE" dirty="0"/>
              <a:t> March 2026]</a:t>
            </a:r>
          </a:p>
        </p:txBody>
      </p:sp>
    </p:spTree>
    <p:extLst>
      <p:ext uri="{BB962C8B-B14F-4D97-AF65-F5344CB8AC3E}">
        <p14:creationId xmlns:p14="http://schemas.microsoft.com/office/powerpoint/2010/main" val="2705655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230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Work Experience Market Research</vt:lpstr>
      <vt:lpstr>Types of companies</vt:lpstr>
      <vt:lpstr>Large Multi-National Companies</vt:lpstr>
      <vt:lpstr>SMEs Companies</vt:lpstr>
      <vt:lpstr>Start-up Companies</vt:lpstr>
      <vt:lpstr>Erasmus</vt:lpstr>
      <vt:lpstr>Sources - 1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Vickery</dc:creator>
  <cp:lastModifiedBy>Joseph Dodd</cp:lastModifiedBy>
  <cp:revision>12</cp:revision>
  <dcterms:created xsi:type="dcterms:W3CDTF">2026-03-18T17:33:20Z</dcterms:created>
  <dcterms:modified xsi:type="dcterms:W3CDTF">2026-03-21T19:32:41Z</dcterms:modified>
</cp:coreProperties>
</file>