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7D2B5-2523-3597-BE79-B267D36DF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CCCC4-ECC7-C25B-4B8C-2E7B5AC28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81F47-4078-A3BC-A9E4-801C1B5B1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2AB9E-5EC8-12F1-9C69-00EA80C6D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5016-91E2-BC1F-86D0-D6BE9051F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596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88A6-D9F7-B2CD-C1F1-EE004E4B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B314E-9143-D536-E453-773A9575F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83659-9435-3902-127E-FB10B904C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49E2-A207-A80C-7EDF-B3106804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A1C7F-06EF-F9A1-4C99-36843EC11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3687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18CF8-3943-10E3-9250-BEBC380D1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837D1-C645-CF56-B1BC-8A35ECDFA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88D7C-9865-1A98-AD42-56E787C5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7C84-133E-B2A5-94AA-F055ABC0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62D36-3CB3-E9DB-7EC9-263B31C83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420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7D2DC-2B6B-0972-329E-199C6F01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D900F-1804-55AD-4B21-BE85CBF10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36812-3777-7B7D-6E41-A1BE6683F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E2746-AA78-0730-3D44-68C778924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54751-7C51-DA02-FF6B-E81042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BBBB1-ECA4-A082-80DA-3C9D120CC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8017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BFEDB-4A8F-40D2-B84E-8F7479D1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80EB0-AC18-7667-C756-87E039D47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E2838-0D3D-716B-68BA-B55A1566E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42D189-A203-5EAB-E989-4B0FF1799F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7E140A-A5FF-3307-4C0B-3983CA548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0D4FA6-E1B5-2406-96F7-ADB2FE1C3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CF5673-CEF8-F69B-CA5A-A454ED1CB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1722E5-0CED-BE17-F6CB-2EDED53F8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9369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71FD-5AD6-22F5-F077-57EBE0176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12A83-4A66-AE45-D3F1-E32A87D10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9E79B-3D41-BB8C-9926-76A825263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D1D58-4FA2-205E-0D3E-30C689D4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501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9AD9C-ED5C-9D0C-E935-2D1E1983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E4B72A-EA8D-5A70-E685-6BF8D946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66E0D-5D40-EC35-4715-733E4E58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9238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255D-7394-9FC8-0ED8-2D99EE2DE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6C058-3CAE-6EB0-A078-A11113AB0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8D4A0C-B4B9-F299-E565-1DA7EAA59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E6F20-7251-5F4B-A3BD-8AC3F993E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06855-905E-129D-1483-DDEC8653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8197A-BF7F-6154-0EDE-C9427F37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232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8B3FE-D422-EA32-FC78-49B501D38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748192-9025-4BAF-248C-98FC997896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C87DE-BF07-9048-C147-4AB6C4BEE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B76D4-04B2-4357-102A-C03873653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D8AB8E-844E-BD3B-96BE-7A62B11D0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4A2F8-3EF2-D0AD-61B6-040D64317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519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C4153-548F-9CE8-88DC-11B5079F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E17B29-E1B9-E88F-18EA-C72340974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779E7-1B26-7D97-D054-961AADAD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78579-772F-D195-131F-D0537EB93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23E1BB-FA9F-F4C8-E5A2-F8CCFA7E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779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76A23-0787-684D-72C5-F9BB0A985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1F67D4-4D45-5299-3D01-D212A4EE9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3D27F-ECAD-61A2-3EA2-3E42F9F5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B025A-0EFB-8755-518F-66526ACB3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72A2A-F3E8-D2B8-744A-28EFF5E4F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01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7EE16B-C2D0-A58C-7639-CFCDDE727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D22AB-488E-6FF6-AC2C-52B05310A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882CD-1D3B-8309-482D-E0CDD6435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54AE-35FD-6A07-7512-1831B3F17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83E12-953C-C4D2-0893-3DF5FB45A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32332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v.ie/en/office-of-government-procurement/publications/sme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6CBB-681C-0F25-29A6-A380608C2C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Work Experience</a:t>
            </a:r>
            <a:br>
              <a:rPr lang="en-IE" dirty="0"/>
            </a:br>
            <a:r>
              <a:rPr lang="en-IE" dirty="0"/>
              <a:t>Market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DA15A-C183-0EE1-944D-2AEB4CAF9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Matthew Vickery – D00190293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44733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8812B-4FE3-6DD6-628B-DF1A5442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Types of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DEEE8-751C-1D5C-35EB-1583DE9A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Large Multi-National: Large companies that operate in two or more countries.</a:t>
            </a:r>
          </a:p>
          <a:p>
            <a:r>
              <a:rPr lang="en-IE" dirty="0"/>
              <a:t>SME (Small and Medium-sized Enterprises): Companies that have “</a:t>
            </a:r>
            <a:r>
              <a:rPr lang="en-IE" i="1" dirty="0"/>
              <a:t>fewer than 250 persons and which have an annual turnover not exceeding EUR 50 million, and/or an annual balance sheet total not exceeding EUR 43 million</a:t>
            </a:r>
            <a:r>
              <a:rPr lang="en-IE" dirty="0"/>
              <a:t>” (Gov.ie, 2025)</a:t>
            </a:r>
          </a:p>
          <a:p>
            <a:r>
              <a:rPr lang="en-IE" dirty="0"/>
              <a:t>Start-up: Small newly created companies</a:t>
            </a:r>
          </a:p>
        </p:txBody>
      </p:sp>
    </p:spTree>
    <p:extLst>
      <p:ext uri="{BB962C8B-B14F-4D97-AF65-F5344CB8AC3E}">
        <p14:creationId xmlns:p14="http://schemas.microsoft.com/office/powerpoint/2010/main" val="235709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DB72-EB31-FA83-6B1D-856D43A7C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Large Multi-National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3F7C-32EB-FC51-7AFE-A8B925ADB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4575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3E159-5980-87E4-E4FC-A2577B78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SMEs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D5AA9-ADF5-DE16-E722-D85F70E6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7257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D0425-9514-441E-CC34-34F3669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Start-up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B5DEA-FFBA-8D68-120A-19CE3308B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052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097C-96D2-936E-569F-11618961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Sources - 1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92976-D049-5941-EDCB-9F7568F70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Gov.ie, 2025, Small Medium Enterprises (SMEs) [Online], Available from: </a:t>
            </a:r>
            <a:r>
              <a:rPr lang="en-IE" dirty="0">
                <a:hlinkClick r:id="rId2"/>
              </a:rPr>
              <a:t>https://www.gov.ie/en/office-of-government-procurement/publications/smes/</a:t>
            </a:r>
            <a:r>
              <a:rPr lang="en-IE" dirty="0"/>
              <a:t> [Accessed 18</a:t>
            </a:r>
            <a:r>
              <a:rPr lang="en-IE" baseline="30000" dirty="0"/>
              <a:t>th</a:t>
            </a:r>
            <a:r>
              <a:rPr lang="en-IE" dirty="0"/>
              <a:t> March 2026]</a:t>
            </a:r>
          </a:p>
        </p:txBody>
      </p:sp>
    </p:spTree>
    <p:extLst>
      <p:ext uri="{BB962C8B-B14F-4D97-AF65-F5344CB8AC3E}">
        <p14:creationId xmlns:p14="http://schemas.microsoft.com/office/powerpoint/2010/main" val="2705655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129</Words>
  <Application>Microsoft Office PowerPoint</Application>
  <PresentationFormat>Widescreen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Work Experience Market Research</vt:lpstr>
      <vt:lpstr>Types of companies</vt:lpstr>
      <vt:lpstr>Large Multi-National Companies</vt:lpstr>
      <vt:lpstr>SMEs Companies</vt:lpstr>
      <vt:lpstr>Start-up Companies</vt:lpstr>
      <vt:lpstr>Sources - 1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Vickery</dc:creator>
  <cp:lastModifiedBy>Matthew Vickery</cp:lastModifiedBy>
  <cp:revision>6</cp:revision>
  <dcterms:created xsi:type="dcterms:W3CDTF">2026-03-18T17:33:20Z</dcterms:created>
  <dcterms:modified xsi:type="dcterms:W3CDTF">2026-03-18T19:12:24Z</dcterms:modified>
</cp:coreProperties>
</file>